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Frame this as a production-style LLMOps system, not a generic chatbot wrapper.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pain is discovery plus trust. Notebooks hold institutional memory, but that memory is hard to query and hard to evaluate.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architectural move is separate retrieval surfaces rather than one mixed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prompt mentions approximately 250 notebooks, but the checked-in catalog has 132. Present the concrete number and note that the design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codebase includes platform-doc QA and assistant routing in addition to the prompt's original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frontend does not couple browser calls directly to Python. FastAPI is the orchestration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Chunking is content-aware: recursive for notebooks, code splitter for scripts, markdown splitter for markdown.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stores improve precision and prompt quality at the cost of more indexing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trace ID is propagated across classify, rewrite, and generate so Langfuse shows one coherent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practical hallucination-control and cost-control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LiteLLM centralizes model routing, provider config, token/cost visibility, and Langfuse callbacks.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1 tells us what happened operationally and what the request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2 tells us whether the answer was grounded, relevant, and supported by useful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metrics are diagnostic. They tell you whether to tune prompts, retrieval, or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admin endpoints show lifecycle thinking: the system can rebuild and refresh its knowledge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decision has a tradeoff: precision vs operational complexity, latency vs immediacy, flexibility vs model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strong interview answer names failure modes and ties each one to a detection or mitigation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production-style now, production-final after identity, ACLs, quality gates, and deployment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loop: user question, routed answer, trace, quality score,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takeaway is engineering discipline: observable, evaluable, and grounded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111827"/>
                </a:solidFill>
              </a:defRPr>
            </a:pPr>
            <a:r>
              <a:t>Kubeflow Workspace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2563EB"/>
                </a:solidFill>
              </a:defRPr>
            </a:pPr>
            <a:r>
              <a:t>RAG-based chatbot with LLMOps observability and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63240"/>
            <a:ext cx="9784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4B5563"/>
                </a:solidFill>
              </a:defRPr>
            </a:pPr>
            <a:r>
              <a:t>Production-style assistant for workspace knowledge, notebook discovery, platform docs QA, and user expertise profiling.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983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11827"/>
                </a:solidFill>
              </a:defRPr>
            </a:pPr>
            <a:r>
              <a:t>FastAPI | Next.js | Milvus | LiteLLM | Langfuse | RAGAS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Problem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Kubeflow workspaces become knowledge silos as notebooks and scripts grow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Filename search misses ML intent: tools, models, datasets, techniques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Teams need grounded answers, expertise discovery, and operational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Solution Overview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Intent-routed RAG assistant over docs, artifacts, and user profiles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Semantic retrieval backed by OpenAI embeddings and Milvus collections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LLMOps loop with LiteLLM traces, Langfuse scores, and RAGAS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Dataset and Ingestion Scope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Current catalog: 5 workspaces, 211 artifacts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132 notebooks, 75 scripts, 4 text files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Full and incremental ingestion with content-hash change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Core Capabilities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Workspace browsing and profiling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Notebook/script semantic search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LLM-generated artifact summaries and user profiles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557015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83863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Platform documentation QA and enterprise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High-Level Architecture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Next.js UI uses server-side API routes as a BFF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FastAPI owns retrieval, chat orchestration, admin sync, and feedback endpoints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Milvus stores artifact chunks, summaries, profiles, and platform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Ingestion and Indexing Pipeline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Scan workspace directories and classify supported files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Extract notebook/script metadata and cell text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Chunk by content type, embed, and index into Milvus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Retrieval Surfaces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kubeflow_artifacts: raw artifact chunks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artifact_summaries: concise notebook/script descriptions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user_profiles: expertise summaries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557015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83863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platform_docs: Word document chunks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Chatbot Runtime Flow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Create trace_id, classify intent, rewrite query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Retrieve from intent-specific stores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Build prompt, generate through LiteLLM, format structured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Intent Routing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DOC_QA, ARTIFACT_SEARCH, USER_SEARCH, HYBRID, OUT_OF_SCOPE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USER_SEARCH tries name resolution before semantic retrieval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OUT_OF_SCOPE avoids unsupported real-time or external answers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LLM Orchestration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All chat calls use an OpenAI-compatible client pointed at LiteLLM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Generation defaults to gpt-4o-mini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Evaluation and judge paths use gpt-4o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Layer 1 Observability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LiteLLM forwards prompts, responses, latency, cost, tokens, and errors to Langfuse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Application posts response_length, has_content, intent_confidence, source_count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Trace ID is returned for feedback and debugging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Layer 2 RAG Evaluation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Runs after response in a background thread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RAGAS: faithfulness, answer_relevancy, context_precision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Exact USER_SEARCH uses LLM judge profile_relevance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Evaluation Interpretation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Low faithfulness: unsupported claims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Low answer_relevancy: answer missed the question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Low context_precision: retrieval returned weak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API and Web Surface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/query, /chat, /workspaces, /user-profiles, /profile/workspace/{id}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Admin endpoints for indexing, summaries, profiles, and doc ingestion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Feedback and score endpoints attach quality signals to Langfuse traces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Design Decisions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Separate vector collections over one mixed index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Summary-first profiles over raw-code profile generation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Async evaluation over inline RAGAS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557015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83863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LLM classifier over fixed keyword routing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Failure Cases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Missing/stale indexes, weak retrieval, wrong intent, hallucinated answer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Ambiguous people queries and LLM/provider failures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Mitigations: sync endpoints, query rewrite, OUT_OF_SCOPE, exact user resolution, traces, scores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Production Readiness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Implemented: ingestion, indexing, assistant, traces, scores, RAGAS, feedback, admin sync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Next: auth/ACLs, scheduled eval sets, queue-backed eval workers, SLO dashboards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Prompt/model versioning should become part of release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Demo Walkthrough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Show workspaces and profile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Run semantic artifact search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Ask DOC_QA, ARTIFACT_SEARCH, and USER_SEARCH questions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557015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83863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Open Langfuse trace and show scores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4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4952" y="292608"/>
            <a:ext cx="3044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292608"/>
            <a:ext cx="3044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34856" y="292608"/>
            <a:ext cx="3044952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B5563"/>
                </a:solidFill>
              </a:defRPr>
            </a:pPr>
            <a:r>
              <a:t>Kubeflow Workspace Intelligence LLMOps - v4 - 20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t>Close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Turns workspace artifacts into a queryable intelligence layer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16712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Separates ingestion, retrieval, orchestration, observability, and evaluation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111827"/>
                </a:solidFill>
              </a:defRPr>
            </a:pPr>
            <a:r>
              <a:t>Built to explain failures, not just return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