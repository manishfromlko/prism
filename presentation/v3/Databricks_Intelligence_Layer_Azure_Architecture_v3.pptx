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200" b="1">
                <a:solidFill>
                  <a:srgbClr val="0B1F5F"/>
                </a:solidFill>
              </a:defRPr>
            </a:pPr>
            <a:r>
              <a:t>Databricks Intelligence Layer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300">
                <a:solidFill>
                  <a:srgbClr val="1F4EAA"/>
                </a:solidFill>
              </a:defRPr>
            </a:pPr>
            <a:r>
              <a:t>Azure Deployment and Operations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Objective: replicate Kubeflow intelligence layer in Azure Databricks with enterprise-grade operations.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Core capability set remains: artifact discovery, user profiling, docs QA, and intent-routed assistant.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Recommendation: hybrid architecture with Databricks-native data/AI plane plus Azure-hosted app/API plane.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Current-to-Target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Filesystem ingestion -&gt; Databricks Workspace/Repos/Jobs metadata ingestion.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Milvus vector store -&gt; Mosaic AI Vector Search indexes.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Airflow orchestration -&gt; Databricks Workflows with job dependencies and schedules.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Target Platform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Semantic artifact retrieval over user workspaces and repositories.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Generated artifact summaries and recency-aware user expertise profiles.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Enterprise assistant with citations and ACL-aware response filtering.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Reference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Experience layer: Next.js UI with secure BFF API routes.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Orchestration layer: API service for intent routing and response composition.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Intelligence layer: Databricks serving endpoints + vector retrieval.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Data layer: Unity Catalog governed Delta tables and indexes.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Databricks Data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Bronze: raw metadata snapshots from workspace/repo/job APIs.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Silver: normalized artifact registry with ACL and lineage metadata.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Gold: summaries, profiles, and serving marts for assistant workloads.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Ingestion and Cataloging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Metadata crawler runs as Databricks Workflow task chain.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Change detection based on hash/version to support differential processing.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Idempotent writes to Delta ensure replay-safe operations.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Vectorization and Index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Chunking strategy tuned per artifact type (notebook/script/doc).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Embeddings generated via Databricks-supported model endpoints or Azure OpenAI.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Separate indexes: artifact chunks, summaries, profiles, documentation.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Assistant Runtime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Intent classification routes to DOC_QA, ARTIFACT_SEARCH, USER_SEARCH, HYBRID.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Query rewrite improves recall and normalizes user intent vocabulary.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Context assembly + constrained generation return grounded and cited responses.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Access Control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User identity federated through Microsoft Entra ID.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Retrieval layer applies workspace/team ACL filters before generation.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Unity Catalog enforces table/index level governance and lineage traceability.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Deployment Topology on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Edge: Azure Front Door + WAF for ingress and policy enforcement.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App plane: Next.js + Orchestrator API on App Service or AKS.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Data/AI plane: Azure Databricks with private networking and endpoints.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Network and 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Private Link to Databricks, Azure OpenAI, and ADLS dependencies.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Secrets centralized in Azure Key Vault with managed identities.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Audit logs and SIEM integration for compliance monitoring.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CI/CD and Environment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Three-environment model: dev, staging, prod with isolated workspaces/catalogs.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Databricks Asset Bundles for jobs/pipelines/config deployment automation.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GitHub Actions/Azure DevOps for coordinated API, UI, and data-pipeline releases.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Observability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Platform telemetry: job runtime, freshness SLA, index health, endpoint latency.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Application telemetry: request traces, intent mix, failure taxonomies.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Business telemetry: answer quality, citation coverage, user adoption, cost per query.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Reliability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SLOs for assistant latency, index freshness, and API availability.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Dead-letter workflows for parsing/enrichment failures with replay support.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Graceful degradation to retrieval-only responses when generation dependencies fail.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FinOps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Incremental indexing to reduce embedding and compute spend.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Embedding cache and context budget constraints per query type.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Unit economics dashboard for token cost, compute cost, and feature ROI.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Data Quality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Offline eval sets for retrieval precision@k and groundedness.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Prompt/version tracking with regression checks before promotion.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Human feedback loop to tune ranking, summarization, and intent logic.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Operating Model and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Data platform team owns pipelines, governance, and SLA reporting.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AI platform team owns model endpoints, prompts, and evaluation lifecycle.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Product engineering team owns UI/API experience and feature roadmap.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Migration Plan (90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Phase 1: foundational ingestion, vector indexes, baseline search endpoints.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Phase 2: summaries/profiles generation and assistant orchestration integration.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Phase 3: hardening, observability, security controls, and production go-live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Risk: schema drift in source metadata -&gt; mitigation: contract tests + schema registry.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Risk: LLM variance/hallucination -&gt; mitigation: retrieval grounding and strict formatting.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Risk: cost spikes -&gt; mitigation: quotas, caching, and differential indexing.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1F5F"/>
                </a:solidFill>
              </a:defRPr>
            </a:pPr>
            <a:r>
              <a:t>Decision Ask for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>
                <a:solidFill>
                  <a:srgbClr val="181F34"/>
                </a:solidFill>
              </a:defRPr>
            </a:pPr>
            <a:r>
              <a:t>Approve hybrid deployment model with Databricks-native intelligence core.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Fund observability + governance as first-class capabilities, not post-go-live add-ons.</a:t>
            </a:r>
          </a:p>
          <a:p>
            <a:pPr>
              <a:defRPr sz="2100">
                <a:solidFill>
                  <a:srgbClr val="181F34"/>
                </a:solidFill>
              </a:defRPr>
            </a:pPr>
            <a:r>
              <a:t>Authorize phased rollout with measurable quality, reliability, and cost KPIs.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B1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12188952" cy="45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F4EAA"/>
                </a:solidFill>
              </a:defRPr>
            </a:pPr>
            <a:r>
              <a:t>Azure Databricks Intelligence Layer - Ops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