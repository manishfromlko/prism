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B1F5F"/>
                </a:solidFill>
              </a:defRPr>
            </a:pPr>
            <a:r>
              <a:t>Kubeflow Workspace Profiling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1F4EAA"/>
                </a:solidFill>
              </a:defRPr>
            </a:pPr>
            <a:r>
              <a:t>Reliance Technical Architecture Briefing (GenAI Program)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Executive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Strategic objective: convert distributed DS artifacts into a governed GenAI knowledge graph.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Platform unifies semantic retrieval, profile intelligence, and conversational reasoning.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Design favors modularity, incremental processing, and enterprise observability readiness.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Why This Matters for Reliance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Accelerates AI asset reuse across teams and domains without rebuilding from scratch.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Reduces discovery latency for code, notebooks, and platform operational know-how.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Improves talent leverage by surfacing internal experts through vectorized profile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Platform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Workspace intelligence: semantic retrieval over notebooks, scripts, and text assets.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Knowledge intelligence: policy-grounded QA over platform documentation corpus.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People intelligence: expertise discovery from generated profile embeddings.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Architecture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Experience layer: Next.js web portal with integrated assistant.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Orchestration layer: FastAPI endpoints for search/profile/chat/admin sync.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Intelligence layer: classification, rewrite, retrieval, and constrained generation.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Data plane: ingestion catalog + Milvus collections + OpenAI model endpoints.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Layered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BFF abstraction decouples browser clients from backend schema volatility.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Store-per-domain collections isolate retrieval workloads and simplify lifecycle management.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Prompt externalization enables fast policy and behavior control without code redeploy.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Ingestion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IngestionPipeline scans workspace directories and normalizes artifacts.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Guardrails skip sensitive or unsupported files prior to indexing.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Catalog + audit JSONs create deterministic source-of-truth for downstream jobs.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Incremental Delta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Hash-based change tracking classifies NEW/UPDATED/UNCHANGED states.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Incremental mode indexes only deltas, reducing infra spend and API token usage.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Airflow DAG orchestrates recurring ingestion cadence for near-fresh knowledge.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Vector Retrieval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DocumentLoader assembles indexable content from ingestion catalog pointers.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EmbeddingService generates vectors and caches payloads for efficiency.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VectorRetriever/HybridRetriever serve semantic and hybrid search patterns.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Generative Enrichment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Artifact summaries convert raw code context into explainable semantic capsules.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Profile generation from summaries improves people-search signal quality.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Summaries-first profile path minimizes prompt noise from raw artifacts.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Chat Engine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Pipeline: intent classify -&gt; query rewrite -&gt; source retrieval -&gt; response generation.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Intent routing: DOC_QA, ARTIFACT_SEARCH, USER_SEARCH, HYBRID.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USER_SEARCH favors deterministic name resolution before vector fallback.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PromptOps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All prompts live in versioned text assets under prompts/.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Supports rapid policy tuning and controlled experimentation by prompt family.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Separates orchestration code from conversational behavior artifacts.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Frontend/BFF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Next.js App Router composes dashboard, workspaces, search, analytics, assistant.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React Query standardizes fetch retries, staleness windows, and cache lifecycles.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API routes normalize backend responses for stable UI contracts.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Backend API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Core endpoints: /query, /workspaces, /profile/workspace/{id}, /chat.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Admin endpoints trigger indexing workflows for artifacts, profiles, docs.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Health/metrics expose service state and operational telemetry.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Data and Collection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kubeflow_artifacts: primary semantic retrieval corpus.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artifact_summaries: compact generated abstraction layer for artifacts.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user_profiles: expertise embeddings powering internal people search.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platform_docs: documentation chunks for procedural QA.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Runtime Flow: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Client search request -&gt; Next API /api/search -&gt; FastAPI /query.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Retriever executes vector/hybrid query against kubeflow_artifacts collection.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BFF remaps payload to UX-friendly card metadata schema.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Runtime Flow: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Client query/history -&gt; /api/chat -&gt; FastAPI /chat endpoint.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ChatEngine executes intent detection and retrieval fan-out by route.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LLM output returned with citations/artifacts/users for trust and explainability.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Observability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Startup preloads stores and degrades gracefully when optional stores are absent.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Metrics include uptime, query volume, average latency, memory footprint, error rate.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Health endpoint validates vector connectivity, model readiness, cache posture.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Security and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Content guardrails enforce skip logic for sensitive/unsupported artifacts.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Server-side BFF proxy reduces direct backend exposure to browsers.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Control points available for future policy engines and response moderation.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Scalability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Independent collection scaling enables domain-specific performance tuning.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Incremental indexing supports cost governance under growing data volume.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Key watchpoints: embedding throughput, Milvus QPS/latency, prompt-token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GenAI Maturity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Completed baseline: ingestion, retrieval API, web UX, summaries/profiles, chatbot.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Next accelerators: LiteLLM gateway, Langfuse tracing, evaluation harnesses.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Target state: production-grade LLMOps with SLOs and governed model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Management Decision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92138"/>
                </a:solidFill>
              </a:defRPr>
            </a:pPr>
            <a:r>
              <a:t>Platform is technically sound and extensible for enterprise GenAI expansion.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Investment priority should shift to observability, controls, and deployment hardening.</a:t>
            </a:r>
          </a:p>
          <a:p>
            <a:pPr>
              <a:defRPr sz="2100">
                <a:solidFill>
                  <a:srgbClr val="192138"/>
                </a:solidFill>
              </a:defRPr>
            </a:pPr>
            <a:r>
              <a:t>Recommend phase gate for production rollout with reliability and governance KPIs.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B1F5F"/>
                </a:solidFill>
              </a:defRPr>
            </a:pPr>
            <a:r>
              <a:t>Appendix: Technical Module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F4EAA"/>
                </a:solidFill>
              </a:defRPr>
            </a:pPr>
            <a:r>
              <a:t>Reliance GenAI Architecture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92138"/>
                </a:solidFill>
              </a:defRPr>
            </a:pPr>
            <a:r>
              <a:t>src/ingestion/: cli.py, pipeline.py, guards.py, extractors.py, storage.py</a:t>
            </a:r>
          </a:p>
          <a:p>
            <a:pPr>
              <a:defRPr sz="2000">
                <a:solidFill>
                  <a:srgbClr val="192138"/>
                </a:solidFill>
              </a:defRPr>
            </a:pPr>
            <a:r>
              <a:t>src/retrieval/: api.py, indexer.py, retriever.py, embeddings.py, vector_store.py</a:t>
            </a:r>
          </a:p>
          <a:p>
            <a:pPr>
              <a:defRPr sz="2000">
                <a:solidFill>
                  <a:srgbClr val="192138"/>
                </a:solidFill>
              </a:defRPr>
            </a:pPr>
            <a:r>
              <a:t>src/retrieval/chatbot/: engine.py, classifier.py, query_rewriter.py, retrievers.py, formatter.py</a:t>
            </a:r>
          </a:p>
          <a:p>
            <a:pPr>
              <a:defRPr sz="2000">
                <a:solidFill>
                  <a:srgbClr val="192138"/>
                </a:solidFill>
              </a:defRPr>
            </a:pPr>
            <a:r>
              <a:t>webapp/app/api/: BFF proxy route handlers for all UI-to-backend interactions</a:t>
            </a:r>
          </a:p>
          <a:p>
            <a:pPr>
              <a:defRPr sz="2000">
                <a:solidFill>
                  <a:srgbClr val="192138"/>
                </a:solidFill>
              </a:defRPr>
            </a:pPr>
            <a:r>
              <a:t>airflow/dags/ingestion_dag.py: scheduled incremental ingestion 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