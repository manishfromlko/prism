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Kubeflow Workspace Profiling Platform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Technical Architecture Deep Dive for Senior Management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Platform objective: enterprise-grade GenAI assistant for workspace intelligence.</a:t>
            </a:r>
          </a:p>
          <a:p>
            <a:pPr>
              <a:defRPr sz="2200"/>
            </a:pPr>
            <a:r>
              <a:t>Converges retrieval, profiling, and conversational analytics into one stack.</a:t>
            </a:r>
          </a:p>
          <a:p>
            <a:pPr>
              <a:defRPr sz="2200"/>
            </a:pPr>
            <a:r>
              <a:t>Designed for scale: modular pipelines, vector-native storage, prompt externalization.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 Framing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Teams struggle to discover reusable assets, experts, and operational know-how.</a:t>
            </a:r>
          </a:p>
          <a:p>
            <a:pPr>
              <a:defRPr sz="2200"/>
            </a:pPr>
            <a:r>
              <a:t>Knowledge exists across notebooks/scripts/docs but remains fragmented.</a:t>
            </a:r>
          </a:p>
          <a:p>
            <a:pPr>
              <a:defRPr sz="2200"/>
            </a:pPr>
            <a:r>
              <a:t>Solution creates a continuously indexed and queryable knowledge fabric.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Platform Value Proposition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Semantic artifact discovery across notebooks, scripts, and markdown/text.</a:t>
            </a:r>
          </a:p>
          <a:p>
            <a:pPr>
              <a:defRPr sz="2200"/>
            </a:pPr>
            <a:r>
              <a:t>LLM-generated artifact summaries and user expertise profiles.</a:t>
            </a:r>
          </a:p>
          <a:p>
            <a:pPr>
              <a:defRPr sz="2200"/>
            </a:pPr>
            <a:r>
              <a:t>Intent-aware enterprise chatbot with source-grounded responses.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Frontend: Next.js webapp with App Router and React Query.</a:t>
            </a:r>
          </a:p>
          <a:p>
            <a:pPr>
              <a:defRPr sz="2200"/>
            </a:pPr>
            <a:r>
              <a:t>Backend: FastAPI orchestration layer for search, profiling, chat, and admin sync.</a:t>
            </a:r>
          </a:p>
          <a:p>
            <a:pPr>
              <a:defRPr sz="2200"/>
            </a:pPr>
            <a:r>
              <a:t>Data/AI plane: Milvus vector collections + OpenAI embeddings/LLM calls.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 Architecture (Layered)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Experience layer: dashboard, search, workspace details, chat panel.</a:t>
            </a:r>
          </a:p>
          <a:p>
            <a:pPr>
              <a:defRPr sz="2200"/>
            </a:pPr>
            <a:r>
              <a:t>Application layer: API proxy routes + FastAPI endpoint orchestration.</a:t>
            </a:r>
          </a:p>
          <a:p>
            <a:pPr>
              <a:defRPr sz="2200"/>
            </a:pPr>
            <a:r>
              <a:t>Intelligence layer: retrieval services, classifiers, rewriters, prompt pipelines.</a:t>
            </a:r>
          </a:p>
          <a:p>
            <a:pPr>
              <a:defRPr sz="2200"/>
            </a:pPr>
            <a:r>
              <a:t>Data layer: ingestion catalog, Milvus collections, platform docs corpus.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Ingestion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IngestionPipeline scans workspace folders and classifies artifact types.</a:t>
            </a:r>
          </a:p>
          <a:p>
            <a:pPr>
              <a:defRPr sz="2200"/>
            </a:pPr>
            <a:r>
              <a:t>Guardrails block sensitive/unsupported files before indexing.</a:t>
            </a:r>
          </a:p>
          <a:p>
            <a:pPr>
              <a:defRPr sz="2200"/>
            </a:pPr>
            <a:r>
              <a:t>Outputs normalized catalog and audit trail for downstream indexers.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Incremental Processing Mechanics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Content hashes detect NEW / UPDATED / UNCHANGED artifact states.</a:t>
            </a:r>
          </a:p>
          <a:p>
            <a:pPr>
              <a:defRPr sz="2200"/>
            </a:pPr>
            <a:r>
              <a:t>Incremental mode indexes only deltas to reduce embedding spend.</a:t>
            </a:r>
          </a:p>
          <a:p>
            <a:pPr>
              <a:defRPr sz="2200"/>
            </a:pPr>
            <a:r>
              <a:t>Airflow DAG schedules daily incremental refresh for operational continuity.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Vector Retrieval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Indexer converts catalog artifacts into embeddings and inserts into Milvus.</a:t>
            </a:r>
          </a:p>
          <a:p>
            <a:pPr>
              <a:defRPr sz="2200"/>
            </a:pPr>
            <a:r>
              <a:t>Hybrid and vector retrievers support semantic discovery across artifacts.</a:t>
            </a:r>
          </a:p>
          <a:p>
            <a:pPr>
              <a:defRPr sz="2200"/>
            </a:pPr>
            <a:r>
              <a:t>Response contracts include score + metadata for downstream UX rendering.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Generative Enrichment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Artifact Summary Indexer creates compact LLM summaries + tags.</a:t>
            </a:r>
          </a:p>
          <a:p>
            <a:pPr>
              <a:defRPr sz="2200"/>
            </a:pPr>
            <a:r>
              <a:t>Profile Indexer aggregates summaries to generate per-user expertise vectors.</a:t>
            </a:r>
          </a:p>
          <a:p>
            <a:pPr>
              <a:defRPr sz="2200"/>
            </a:pPr>
            <a:r>
              <a:t>Enrichment layer shifts from raw-code recall to semantic explainability.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Chat Engine Orchestration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ChatEngine pipeline: classify -&gt; rewrite -&gt; retrieve -&gt; generate -&gt; format.</a:t>
            </a:r>
          </a:p>
          <a:p>
            <a:pPr>
              <a:defRPr sz="2200"/>
            </a:pPr>
            <a:r>
              <a:t>Intent classes: DOC_QA, ARTIFACT_SEARCH, USER_SEARCH, HYBRID.</a:t>
            </a:r>
          </a:p>
          <a:p>
            <a:pPr>
              <a:defRPr sz="2200"/>
            </a:pPr>
            <a:r>
              <a:t>USER_SEARCH uses deterministic name resolution before vector fallback.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PromptOps and Governance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Prompts fully externalized under prompts/; no inline hardcoded prompt text.</a:t>
            </a:r>
          </a:p>
          <a:p>
            <a:pPr>
              <a:defRPr sz="2200"/>
            </a:pPr>
            <a:r>
              <a:t>Enables fast policy/behavior updates without app code deployment.</a:t>
            </a:r>
          </a:p>
          <a:p>
            <a:pPr>
              <a:defRPr sz="2200"/>
            </a:pPr>
            <a:r>
              <a:t>Supports model experimentation while preserving orchestration logic.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Frontend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AppShell governs layout with collapsible AI assistant panel.</a:t>
            </a:r>
          </a:p>
          <a:p>
            <a:pPr>
              <a:defRPr sz="2200"/>
            </a:pPr>
            <a:r>
              <a:t>React Query standardizes caching/retries/staleness for API interactions.</a:t>
            </a:r>
          </a:p>
          <a:p>
            <a:pPr>
              <a:defRPr sz="2200"/>
            </a:pPr>
            <a:r>
              <a:t>Next.js API routes behave as BFF adapters and response normalizers.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Backend API Surface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Core APIs: /query, /workspaces, /profile/workspace/{id}, /chat.</a:t>
            </a:r>
          </a:p>
          <a:p>
            <a:pPr>
              <a:defRPr sz="2200"/>
            </a:pPr>
            <a:r>
              <a:t>Admin APIs trigger sync pipelines for artifacts, profiles, docs ingestion.</a:t>
            </a:r>
          </a:p>
          <a:p>
            <a:pPr>
              <a:defRPr sz="2200"/>
            </a:pPr>
            <a:r>
              <a:t>Health/metrics endpoints expose runtime reliability and utilization indicators.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Model and Vector Collections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kubeflow_artifacts: chunk vectors for semantic artifact retrieval.</a:t>
            </a:r>
          </a:p>
          <a:p>
            <a:pPr>
              <a:defRPr sz="2200"/>
            </a:pPr>
            <a:r>
              <a:t>artifact_summaries: LLM summaries + tags for explainable discovery.</a:t>
            </a:r>
          </a:p>
          <a:p>
            <a:pPr>
              <a:defRPr sz="2200"/>
            </a:pPr>
            <a:r>
              <a:t>user_profiles: expertise embeddings for people finder.</a:t>
            </a:r>
          </a:p>
          <a:p>
            <a:pPr>
              <a:defRPr sz="2200"/>
            </a:pPr>
            <a:r>
              <a:t>platform_docs: doc chunks for enterprise documentation QA.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End-to-End Data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Raw files -&gt; ingestion catalog -&gt; vector indexing -&gt; user query response.</a:t>
            </a:r>
          </a:p>
          <a:p>
            <a:pPr>
              <a:defRPr sz="2200"/>
            </a:pPr>
            <a:r>
              <a:t>Chat path dynamically routes retrieval sources based on intent.</a:t>
            </a:r>
          </a:p>
          <a:p>
            <a:pPr>
              <a:defRPr sz="2200"/>
            </a:pPr>
            <a:r>
              <a:t>Output includes grounded artifacts/users/sources for trust and traceability.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Sequence: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UI emits SearchQuery -&gt; Next API /api/search -&gt; FastAPI /query.</a:t>
            </a:r>
          </a:p>
          <a:p>
            <a:pPr>
              <a:defRPr sz="2200"/>
            </a:pPr>
            <a:r>
              <a:t>Retriever executes vector/hybrid lookup against kubeflow_artifacts.</a:t>
            </a:r>
          </a:p>
          <a:p>
            <a:pPr>
              <a:defRPr sz="2200"/>
            </a:pPr>
            <a:r>
              <a:t>Result normalization in BFF maps backend payload to frontend cards.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Sequence: Chat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UI sends query/history -&gt; /api/chat -&gt; FastAPI /chat endpoint.</a:t>
            </a:r>
          </a:p>
          <a:p>
            <a:pPr>
              <a:defRPr sz="2200"/>
            </a:pPr>
            <a:r>
              <a:t>ChatEngine executes intent classification and query rewriting.</a:t>
            </a:r>
          </a:p>
          <a:p>
            <a:pPr>
              <a:defRPr sz="2200"/>
            </a:pPr>
            <a:r>
              <a:t>Retriever fan-out and constrained generation return structured answer.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Reliability and Observability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Startup preloads collections and degrades gracefully if optional stores missing.</a:t>
            </a:r>
          </a:p>
          <a:p>
            <a:pPr>
              <a:defRPr sz="2200"/>
            </a:pPr>
            <a:r>
              <a:t>Metrics track uptime, query count, latency, memory, and error rate.</a:t>
            </a:r>
          </a:p>
          <a:p>
            <a:pPr>
              <a:defRPr sz="2200"/>
            </a:pPr>
            <a:r>
              <a:t>Health endpoint reports vector connectivity + model readiness + cache stats.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Security and Risk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Guardrails skip sensitive/unsupported artifacts before downstream processing.</a:t>
            </a:r>
          </a:p>
          <a:p>
            <a:pPr>
              <a:defRPr sz="2200"/>
            </a:pPr>
            <a:r>
              <a:t>Server-side API proxy keeps backend URL hidden from browsers.</a:t>
            </a:r>
          </a:p>
          <a:p>
            <a:pPr>
              <a:defRPr sz="2200"/>
            </a:pPr>
            <a:r>
              <a:t>Risks: external LLM dependency, prompt drift, vector quality drift over time.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Scalability and Performance Posture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Incremental indexing controls compute cost and ingestion latency.</a:t>
            </a:r>
          </a:p>
          <a:p>
            <a:pPr>
              <a:defRPr sz="2200"/>
            </a:pPr>
            <a:r>
              <a:t>Collection separation isolates workloads by domain and intent.</a:t>
            </a:r>
          </a:p>
          <a:p>
            <a:pPr>
              <a:defRPr sz="2200"/>
            </a:pPr>
            <a:r>
              <a:t>Bottlenecks to monitor: embedding throughput, Milvus query latency, token cost.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Roadmap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Completed: ingestion, retrieval API, frontend, summaries/profiles, chatbot.</a:t>
            </a:r>
          </a:p>
          <a:p>
            <a:pPr>
              <a:defRPr sz="2200"/>
            </a:pPr>
            <a:r>
              <a:t>Planned: LiteLLM gateway, Langfuse observability, production deployment hardening.</a:t>
            </a:r>
          </a:p>
          <a:p>
            <a:pPr>
              <a:defRPr sz="2200"/>
            </a:pPr>
            <a:r>
              <a:t>Near-term focus: policy controls, tracing, eval harness, SLO-backed operations.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Management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Architecture is production-leaning with clear modular boundaries.</a:t>
            </a:r>
          </a:p>
          <a:p>
            <a:pPr>
              <a:defRPr sz="2200"/>
            </a:pPr>
            <a:r>
              <a:t>Strong foundation for enterprise GenAI search + expert discovery use cases.</a:t>
            </a:r>
          </a:p>
          <a:p>
            <a:pPr>
              <a:defRPr sz="2200"/>
            </a:pPr>
            <a:r>
              <a:t>Recommended next step: harden MLOps/LLMOps guardrails and observability.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Key Module 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src/ingestion/: pipeline.py, guards.py, extractors.py, storage.py, cli.py</a:t>
            </a:r>
          </a:p>
          <a:p>
            <a:pPr>
              <a:defRPr sz="2000"/>
            </a:pPr>
            <a:r>
              <a:t>src/retrieval/: api.py, indexer.py, retriever.py, vector_store.py, embeddings.py</a:t>
            </a:r>
          </a:p>
          <a:p>
            <a:pPr>
              <a:defRPr sz="2000"/>
            </a:pPr>
            <a:r>
              <a:t>src/retrieval/chatbot/: engine.py, classifier.py, query_rewriter.py, retrievers.py</a:t>
            </a:r>
          </a:p>
          <a:p>
            <a:pPr>
              <a:defRPr sz="2000"/>
            </a:pPr>
            <a:r>
              <a:t>webapp/app/api/: BFF proxy routes for backend endpoint mediation</a:t>
            </a:r>
          </a:p>
          <a:p>
            <a:pPr>
              <a:defRPr sz="2000"/>
            </a:pPr>
            <a:r>
              <a:t>airflow/dags/ingestion_dag.py: scheduled incremental ingestion orchestration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